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6980" y="1386780"/>
            <a:ext cx="47897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Killer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45388" y="2263080"/>
            <a:ext cx="725307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Power BI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16496" y="3261271"/>
            <a:ext cx="2278559" cy="495300"/>
          </a:xfrm>
          <a:prstGeom prst="roundRect">
            <a:avLst>
              <a:gd name="adj" fmla="val 7692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26883" y="3375571"/>
            <a:ext cx="18577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en Desuso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85555" y="3261271"/>
            <a:ext cx="2193875" cy="495300"/>
          </a:xfrm>
          <a:prstGeom prst="roundRect">
            <a:avLst>
              <a:gd name="adj" fmla="val 7692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96788" y="3375571"/>
            <a:ext cx="17714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Ineficientes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69930" y="3261271"/>
            <a:ext cx="2257425" cy="495300"/>
          </a:xfrm>
          <a:prstGeom prst="roundRect">
            <a:avLst>
              <a:gd name="adj" fmla="val 7692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80528" y="3375571"/>
            <a:ext cx="1836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de Modelos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Measure Killer?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66800"/>
            <a:ext cx="2667000" cy="379095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066800"/>
            <a:ext cx="0" cy="379095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257300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de Análisis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520130"/>
            <a:ext cx="2370582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columnas y medidas que no se están utilizando en tu modelo de Power BI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38500" y="1066800"/>
            <a:ext cx="2667000" cy="379095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57550" y="1066800"/>
            <a:ext cx="0" cy="379095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257300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29000" y="1520130"/>
            <a:ext cx="2370582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el tamaño del modelo eliminando elementos innecesarios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0" y="1066800"/>
            <a:ext cx="2667000" cy="379095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15050" y="1066800"/>
            <a:ext cx="0" cy="379095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6500" y="1257300"/>
            <a:ext cx="23705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86500" y="1520130"/>
            <a:ext cx="237058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la calidad y claridad del modelo de datos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es Importante?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144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0680" y="95815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14400" y="952500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Rendimiento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257300"/>
            <a:ext cx="3536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columnas y medidas = modelo más rápido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381000" y="1662113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0680" y="1705868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1700213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Almacenamiento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005013"/>
            <a:ext cx="3536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el tamaño del archivo .pbix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81000" y="240982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0680" y="2453580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2447925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752725"/>
            <a:ext cx="3536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más limpio y fácil de mantener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762500" y="91440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22180" y="958155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295900" y="952500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95900" y="1257300"/>
            <a:ext cx="3536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qué elementos se usan realmente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762500" y="1662113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2180" y="1705868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295900" y="1700213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Colaboración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95900" y="2005013"/>
            <a:ext cx="3536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confusión para otros usuarios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762500" y="240982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22180" y="2453580"/>
            <a:ext cx="266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5295900" y="2447925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Calidad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95900" y="2752725"/>
            <a:ext cx="353644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deuda técnica en el modelo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3338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Columnas en Desuso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09650"/>
            <a:ext cx="41290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Power Query (M)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1000" y="133722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1367" y="133722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1375321"/>
            <a:ext cx="37404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el Editor de Power Query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172774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1367" y="17277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1765846"/>
            <a:ext cx="37404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columnas sin referencias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211827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1367" y="211827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2156371"/>
            <a:ext cx="37404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con "Remove Columns"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1000" y="2508796"/>
            <a:ext cx="4048125" cy="762000"/>
          </a:xfrm>
          <a:prstGeom prst="roundRect">
            <a:avLst>
              <a:gd name="adj" fmla="val 2500"/>
            </a:avLst>
          </a:prstGeom>
          <a:solidFill>
            <a:srgbClr val="E8F4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2508796"/>
            <a:ext cx="0" cy="76200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925" y="2623096"/>
            <a:ext cx="382790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Tip: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 DAX Studio para validar columnas no usadas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4875" y="1009650"/>
            <a:ext cx="412908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Modelo (DAX)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14875" y="133722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95242" y="133722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95875" y="1375321"/>
            <a:ext cx="37404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cada tabla en el modelo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14875" y="172774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95242" y="172774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95875" y="1765846"/>
            <a:ext cx="37404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si se usan en visuales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14875" y="211827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95242" y="211827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95875" y="2156371"/>
            <a:ext cx="37404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o marca como "Hidden"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14875" y="2508796"/>
            <a:ext cx="4048125" cy="762000"/>
          </a:xfrm>
          <a:prstGeom prst="roundRect">
            <a:avLst>
              <a:gd name="adj" fmla="val 2500"/>
            </a:avLst>
          </a:prstGeom>
          <a:solidFill>
            <a:srgbClr val="E8F4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29163" y="2508796"/>
            <a:ext cx="0" cy="76200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6800" y="2623096"/>
            <a:ext cx="382790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Tip: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Busca columnas de auxilio no necesarias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0423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Medidas en Desuso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857250"/>
            <a:ext cx="4114800" cy="16764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871538"/>
            <a:ext cx="4114800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3400" y="107632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Auditoría Manual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533400" y="135255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cada medida en el modelo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3400" y="169545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si aparece en reportes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203835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 el uso de cada una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8200" y="857250"/>
            <a:ext cx="4114800" cy="16764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48200" y="871538"/>
            <a:ext cx="4114800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7632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Usar DAX Studio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800600" y="135255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 qué medidas se calculan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169545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medidas no ejecutadas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203835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 análisis de uso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1000" y="2819400"/>
            <a:ext cx="4114800" cy="16764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81000" y="2833688"/>
            <a:ext cx="4114800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303847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Revisar Reportes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33400" y="331470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en cada página del reporte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3400" y="365760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visuales y segmentadores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3400" y="400050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 el estado en una hoja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48200" y="2819400"/>
            <a:ext cx="4114800" cy="16764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48200" y="2833688"/>
            <a:ext cx="4114800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03847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Buscar Referencias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4800600" y="331470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"Find" en Power BI Desktop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00600" y="365760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el nombre de la medida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00600" y="4000500"/>
            <a:ext cx="3886200" cy="266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si está en uso real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0527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a Paso: Usando Measure Killer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6250" y="91440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FF"/>
          </a:solidFill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895350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Abre Power BI Desktop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762000" y="1133475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archivo que quieres auditar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76250" y="1516261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FF"/>
          </a:solidFill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1497211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Identifica Elementos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762000" y="1735336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columnas y medidas del modelo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76250" y="2118122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FF"/>
          </a:solidFill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2099072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Busca Referencias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62000" y="2337197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dónde se usan en reportes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857750" y="91440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FF"/>
          </a:solidFill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500" y="895350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Documenta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143500" y="1133475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lista de elementos en desuso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857750" y="1516261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FF"/>
          </a:solidFill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3500" y="1497211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Elimina o Oculta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5143500" y="1735336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Quita lo innecesario o marca como Hidden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857750" y="2118122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00D4FF"/>
          </a:solidFill>
          <a:ln w="19050">
            <a:solidFill>
              <a:srgbClr val="F5F5F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43500" y="2099072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Prueba y Publica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5143500" y="2337197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que todo siga funcionando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Mejores Prácticas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857250"/>
            <a:ext cx="4114800" cy="10819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95288" y="857250"/>
            <a:ext cx="0" cy="108198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2925" y="1028700"/>
            <a:ext cx="3895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2925" y="1352550"/>
            <a:ext cx="3895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Backup Primero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2925" y="1596330"/>
            <a:ext cx="3895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copia tu archivo antes de eliminar elementos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48200" y="857250"/>
            <a:ext cx="4114800" cy="10819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2488" y="857250"/>
            <a:ext cx="0" cy="108198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0125" y="1028700"/>
            <a:ext cx="3895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10125" y="1352550"/>
            <a:ext cx="3895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 Cambios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0125" y="1596330"/>
            <a:ext cx="3895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qué eliminaste y por qué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2091630"/>
            <a:ext cx="4114800" cy="10819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5288" y="2091630"/>
            <a:ext cx="0" cy="108198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925" y="2263080"/>
            <a:ext cx="3895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2925" y="2586930"/>
            <a:ext cx="3895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Después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2925" y="2830711"/>
            <a:ext cx="3895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que reportes sigan funcionando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48200" y="2091630"/>
            <a:ext cx="4114800" cy="10819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62488" y="2091630"/>
            <a:ext cx="0" cy="108198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0125" y="2263080"/>
            <a:ext cx="3895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10125" y="2586930"/>
            <a:ext cx="3895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 al Equipo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10125" y="2830711"/>
            <a:ext cx="3895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 sobre cambios importantes del modelo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1000" y="3326011"/>
            <a:ext cx="4114800" cy="10819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95288" y="3326011"/>
            <a:ext cx="0" cy="108198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925" y="3497461"/>
            <a:ext cx="3895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2925" y="3821311"/>
            <a:ext cx="3895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Oculta Antes de Eliminar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2925" y="4065091"/>
            <a:ext cx="3895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como "Hidden" para ver si se rompe algo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48200" y="3326011"/>
            <a:ext cx="4114800" cy="1081980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62488" y="3326011"/>
            <a:ext cx="0" cy="108198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0125" y="3497461"/>
            <a:ext cx="3895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10125" y="3821311"/>
            <a:ext cx="3895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a Fondo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10125" y="4065091"/>
            <a:ext cx="3895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 en todas las páginas del reporte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1000" y="4560391"/>
            <a:ext cx="8382000" cy="375196"/>
          </a:xfrm>
          <a:prstGeom prst="roundRect">
            <a:avLst>
              <a:gd name="adj" fmla="val 5077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95288" y="4560391"/>
            <a:ext cx="0" cy="375196"/>
          </a:xfrm>
          <a:prstGeom prst="line">
            <a:avLst/>
          </a:prstGeom>
          <a:noFill/>
          <a:ln w="28575">
            <a:solidFill>
              <a:srgbClr val="FF9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875" y="4674691"/>
            <a:ext cx="8287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Importante: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elimines columnas utilizadas en relaciones (Foreign Keys) sin actualizar las relaciones primero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21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Reales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895350"/>
            <a:ext cx="2692301" cy="1161901"/>
          </a:xfrm>
          <a:prstGeom prst="roundRect">
            <a:avLst>
              <a:gd name="adj" fmla="val 3279"/>
            </a:avLst>
          </a:prstGeom>
          <a:solidFill>
            <a:srgbClr val="00D4FF">
              <a:alpha val="15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8956" y="1104900"/>
            <a:ext cx="239638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30-40%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8956" y="1661071"/>
            <a:ext cx="23963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Tamaño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25701" y="895350"/>
            <a:ext cx="2692450" cy="1161901"/>
          </a:xfrm>
          <a:prstGeom prst="roundRect">
            <a:avLst>
              <a:gd name="adj" fmla="val 3279"/>
            </a:avLst>
          </a:prstGeom>
          <a:solidFill>
            <a:srgbClr val="00D4FF">
              <a:alpha val="15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73655" y="1104900"/>
            <a:ext cx="239654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2-3x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373655" y="1661071"/>
            <a:ext cx="23965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Velocidad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70550" y="895350"/>
            <a:ext cx="2692301" cy="1161901"/>
          </a:xfrm>
          <a:prstGeom prst="roundRect">
            <a:avLst>
              <a:gd name="adj" fmla="val 3279"/>
            </a:avLst>
          </a:prstGeom>
          <a:solidFill>
            <a:srgbClr val="00D4FF">
              <a:alpha val="15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18506" y="1104900"/>
            <a:ext cx="239638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218506" y="1661071"/>
            <a:ext cx="23963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 del Modelo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2285851"/>
            <a:ext cx="8549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Comprobados: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81000" y="2678162"/>
            <a:ext cx="8549640" cy="18663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más ágiles y responsivos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000" y="3017193"/>
            <a:ext cx="8549640" cy="18663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confusión entre usuarios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000" y="3356223"/>
            <a:ext cx="8549640" cy="18663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más eficiente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3695254"/>
            <a:ext cx="8549640" cy="18663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documentación de datos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8203" y="1596479"/>
            <a:ext cx="35072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2250"/>
              </a:spcAft>
              <a:buNone/>
            </a:pPr>
            <a:r>
              <a:rPr lang="en-US" sz="4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67287" y="2415629"/>
            <a:ext cx="700927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spcBef>
                <a:spcPts val="300"/>
              </a:spcBef>
              <a:spcAft>
                <a:spcPts val="45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Killer es tu aliado para modelos más limpios, rápidos y eficientes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67287" y="3322290"/>
            <a:ext cx="70092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Recuerda: Un modelo limpio es un modelo feliz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2025-11-25T17:36:48Z</dcterms:created>
  <dcterms:modified xsi:type="dcterms:W3CDTF">2025-11-25T17:36:48Z</dcterms:modified>
</cp:coreProperties>
</file>